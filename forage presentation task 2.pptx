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AEBAFB-0F9A-FFFB-E2E8-D10B58496666}" v="353" dt="2026-05-18T17:14:02.1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137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86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08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945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669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05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760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27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781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17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06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13246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981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8845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758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581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54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3477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09600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rgbClr val="000000"/>
                </a:solidFill>
                <a:ea typeface="+mj-lt"/>
                <a:cs typeface="+mj-lt"/>
              </a:rPr>
              <a:t>Preparing for Success: Beta Company Internship Program</a:t>
            </a:r>
            <a:endParaRPr 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02038"/>
            <a:ext cx="9144000" cy="36837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GB" sz="4000" b="1" dirty="0">
              <a:ea typeface="+mn-lt"/>
              <a:cs typeface="+mn-lt"/>
            </a:endParaRPr>
          </a:p>
          <a:p>
            <a:r>
              <a:rPr lang="en-GB" sz="4000" b="1">
                <a:ea typeface="+mn-lt"/>
                <a:cs typeface="+mn-lt"/>
              </a:rPr>
              <a:t>Resume Tips, Interview Preparation &amp; Application Strategy</a:t>
            </a:r>
            <a:endParaRPr lang="en-GB"/>
          </a:p>
          <a:p>
            <a:r>
              <a:rPr lang="en-GB" b="1" dirty="0">
                <a:ea typeface="+mn-lt"/>
                <a:cs typeface="+mn-lt"/>
              </a:rPr>
              <a:t>                                                                                                           </a:t>
            </a:r>
            <a:endParaRPr lang="en-GB" dirty="0">
              <a:ea typeface="+mn-lt"/>
              <a:cs typeface="+mn-lt"/>
            </a:endParaRPr>
          </a:p>
          <a:p>
            <a:endParaRPr lang="en-GB" b="1" dirty="0">
              <a:ea typeface="+mn-lt"/>
              <a:cs typeface="+mn-lt"/>
            </a:endParaRPr>
          </a:p>
          <a:p>
            <a:endParaRPr lang="en-GB" b="1" dirty="0">
              <a:ea typeface="+mn-lt"/>
              <a:cs typeface="+mn-lt"/>
            </a:endParaRPr>
          </a:p>
          <a:p>
            <a:r>
              <a:rPr lang="en-GB" b="1" dirty="0">
                <a:ea typeface="+mn-lt"/>
                <a:cs typeface="+mn-lt"/>
              </a:rPr>
              <a:t>                                                                                                       Presented by:</a:t>
            </a:r>
            <a:br>
              <a:rPr lang="en-GB" b="1" dirty="0">
                <a:ea typeface="+mn-lt"/>
                <a:cs typeface="+mn-lt"/>
              </a:rPr>
            </a:br>
            <a:r>
              <a:rPr lang="en-GB" b="1" dirty="0">
                <a:ea typeface="+mn-lt"/>
                <a:cs typeface="+mn-lt"/>
              </a:rPr>
              <a:t>                                                                                                       </a:t>
            </a:r>
            <a:r>
              <a:rPr lang="en-GB">
                <a:ea typeface="+mn-lt"/>
                <a:cs typeface="+mn-lt"/>
              </a:rPr>
              <a:t>Navpreet </a:t>
            </a:r>
            <a:r>
              <a:rPr lang="en-GB" dirty="0">
                <a:ea typeface="+mn-lt"/>
                <a:cs typeface="+mn-lt"/>
              </a:rPr>
              <a:t>Kaur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3257-CC1B-CC9E-3DDF-A9FA9A1B3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228600" indent="-228600" algn="ctr">
              <a:spcBef>
                <a:spcPts val="1000"/>
              </a:spcBef>
            </a:pPr>
            <a:br>
              <a:rPr lang="en-US" sz="4000" b="1" dirty="0">
                <a:latin typeface="Aptos"/>
              </a:rPr>
            </a:br>
            <a:br>
              <a:rPr lang="en-US" sz="4000" b="1" dirty="0">
                <a:latin typeface="Aptos"/>
              </a:rPr>
            </a:br>
            <a:r>
              <a:rPr lang="en-US" sz="4000" b="1">
                <a:latin typeface="Aptos"/>
              </a:rPr>
              <a:t>ABOUT BETA COMPANY</a:t>
            </a:r>
            <a:endParaRPr lang="en-US" sz="4000"/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FEAC-8238-2D02-1CEF-9096594E4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Beta Company Overview: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Founded in 2009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Health services technology company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Platform connects healthcare providers and patients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Focus on personalized healthcare plans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Mission: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Remove communication barriers between patients and doctors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Vision:</a:t>
            </a:r>
            <a:br>
              <a:rPr lang="en-US" b="1" dirty="0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Every person has access to the healthcare they need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7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4D1CF-3CA9-8F5B-62D0-D28220627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</a:t>
            </a:r>
            <a:r>
              <a:rPr lang="en-US" b="1">
                <a:ea typeface="+mj-lt"/>
                <a:cs typeface="+mj-lt"/>
              </a:rPr>
              <a:t>CORE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0AB6E-7990-D6CD-1C5F-1437B30C3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Beta Company Values: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Transparency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Equity &amp; Access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Collaboration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Anything is Possible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Users First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31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0A8-9E16-937D-3231-82779A5F1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INTERNSHIP PROGRAM OVERVIEW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AD97E-ED3D-DB2F-FCAA-0005D24BB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Departments: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Sales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Product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Software Engineering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User Research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Customer Experience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Program Features: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Real-world project experience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Monthly professional development sessions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Mentorship with senior employees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Virtual portfolio development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Full-time job opportunity after completion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59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2964-0F59-19AF-4A42-9C30D004C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RESUME BEST PRACTICES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4B542-A254-7073-7C4A-140E8F10B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What makes a strong resume: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1 page, clean and structured format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Strong action verbs (Led, Designed, Improved, Created)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Quantified achievements (numbers, results)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Relevant projects &amp; experience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Skills aligned with job description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Example: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✔ Improved customer response time by 20% through process optimization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94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9604-DCD1-60B1-D919-7F96EFA6C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COMMON RESUME MISTAKES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6E1B6-24F9-1ED0-94F5-5B5E3034A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Too long (more than 1–2 pages)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No measurable achievements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Generic statements like “hard-working student”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Spelling/grammar errors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Same resume for every role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45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226F7-E0F7-FB8D-E84B-7C00FABB8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INTERVIEW PREPARATION TIPS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DA8E9-F2E3-4BCE-5734-53D7CCC10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Do: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Research Beta Company values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 STAR method (Situation, Task, Action, Result)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Prepare 2–3 strong examples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Practice speaking answers aloud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Ask thoughtful questions</a:t>
            </a:r>
            <a:endParaRPr lang="en-US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Don’t: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Memorize answers word-for-word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Give unclear or unstructured answers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Ignore company mission and values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416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FD59-D42A-F7F5-307E-D3B40BB6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STAR METHOD (INTERVIEW TECHNIQUE)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EC82E-9959-D6A0-E065-63DB3784F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S – Situation: </a:t>
            </a:r>
            <a:r>
              <a:rPr lang="en-US">
                <a:ea typeface="+mn-lt"/>
                <a:cs typeface="+mn-lt"/>
              </a:rPr>
              <a:t>What was happening?</a:t>
            </a:r>
            <a:br>
              <a:rPr lang="en-US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T – Task:</a:t>
            </a:r>
            <a:r>
              <a:rPr lang="en-US">
                <a:ea typeface="+mn-lt"/>
                <a:cs typeface="+mn-lt"/>
              </a:rPr>
              <a:t> What was your responsibility?</a:t>
            </a:r>
            <a:br>
              <a:rPr lang="en-US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A – Action:</a:t>
            </a:r>
            <a:r>
              <a:rPr lang="en-US">
                <a:ea typeface="+mn-lt"/>
                <a:cs typeface="+mn-lt"/>
              </a:rPr>
              <a:t> What did you do?</a:t>
            </a:r>
            <a:br>
              <a:rPr lang="en-US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R – Result:</a:t>
            </a:r>
            <a:r>
              <a:rPr lang="en-US">
                <a:ea typeface="+mn-lt"/>
                <a:cs typeface="+mn-lt"/>
              </a:rPr>
              <a:t> What was the outcome?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05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AD1CE-0604-3048-10AC-FDB757A6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SAMPLE INTERVIEW QUESTIONS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97B6-01AE-5254-69B4-FDA4DED1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Why do you want to work at Beta Company?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Tell me about a time you worked in a team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Describe a challenge you solved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Which Beta Company value resonates with you most?</a:t>
            </a:r>
            <a:endParaRPr lang="en-US"/>
          </a:p>
          <a:p>
            <a:r>
              <a:rPr lang="en-US">
                <a:ea typeface="+mn-lt"/>
                <a:cs typeface="+mn-lt"/>
              </a:rPr>
              <a:t>Why should we hire you?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992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F585-244E-8C75-C363-348FBF72C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HOW TO STAND OUT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7633-5F14-B672-13E7-1EB1FB02C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Show alignment with healthcare mission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Highlight teamwork and leadership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Demonstrate curiosity about technology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Be authentic, not scripted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Show problem-solving mindset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Use real examples from experience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103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2896C-820B-4152-C432-9F359E54D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ea typeface="+mj-lt"/>
                <a:cs typeface="+mj-lt"/>
              </a:rPr>
              <a:t>FINAL TIPS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768C2-9295-CF90-9C57-362824912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Start preparing early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Customize every application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Practice interviews multiple times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Stay confident and authentic</a:t>
            </a:r>
            <a:endParaRPr lang="en-US"/>
          </a:p>
          <a:p>
            <a:r>
              <a:rPr lang="en-US">
                <a:ea typeface="+mn-lt"/>
                <a:cs typeface="+mn-lt"/>
              </a:rPr>
              <a:t>Be ready to ask questions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174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9A399-5D7B-ED15-F1EC-647BA7F7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FC05C-B6CA-7FDA-BA23-E4176B7BD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6000" b="1">
                <a:ea typeface="+mn-lt"/>
                <a:cs typeface="+mn-lt"/>
              </a:rPr>
              <a:t>Thank you!</a:t>
            </a:r>
            <a:endParaRPr lang="en-US" sz="6000">
              <a:ea typeface="+mn-lt"/>
              <a:cs typeface="+mn-lt"/>
            </a:endParaRPr>
          </a:p>
          <a:p>
            <a:pPr marL="0" indent="0" algn="ctr">
              <a:buNone/>
            </a:pPr>
            <a:br>
              <a:rPr lang="en-US" sz="6000" b="1" dirty="0">
                <a:ea typeface="+mn-lt"/>
                <a:cs typeface="+mn-lt"/>
              </a:rPr>
            </a:br>
            <a:r>
              <a:rPr lang="en-US" sz="6000" b="1">
                <a:ea typeface="+mn-lt"/>
                <a:cs typeface="+mn-lt"/>
              </a:rPr>
              <a:t>Questions &amp; Discussion</a:t>
            </a:r>
            <a:endParaRPr lang="en-US" sz="600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715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Ion</vt:lpstr>
      <vt:lpstr>Preparing for Success: Beta Company Internship Program</vt:lpstr>
      <vt:lpstr>  ABOUT BETA COMPANY </vt:lpstr>
      <vt:lpstr>                              CORE VALUES</vt:lpstr>
      <vt:lpstr>INTERNSHIP PROGRAM OVERVIEW</vt:lpstr>
      <vt:lpstr>RESUME BEST PRACTICES</vt:lpstr>
      <vt:lpstr>COMMON RESUME MISTAKES</vt:lpstr>
      <vt:lpstr>INTERVIEW PREPARATION TIPS</vt:lpstr>
      <vt:lpstr>STAR METHOD (INTERVIEW TECHNIQUE)</vt:lpstr>
      <vt:lpstr>SAMPLE INTERVIEW QUESTIONS</vt:lpstr>
      <vt:lpstr>HOW TO STAND OUT</vt:lpstr>
      <vt:lpstr>FINAL TIPS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94</cp:revision>
  <dcterms:created xsi:type="dcterms:W3CDTF">2013-07-15T20:26:40Z</dcterms:created>
  <dcterms:modified xsi:type="dcterms:W3CDTF">2026-05-18T17:14:54Z</dcterms:modified>
</cp:coreProperties>
</file>